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a97a1cebe4785" /><Relationship Type="http://schemas.openxmlformats.org/officeDocument/2006/relationships/extended-properties" Target="/docProps/app.xml" Id="Rb02261c1ec374429" /><Relationship Type="http://schemas.openxmlformats.org/officeDocument/2006/relationships/officeDocument" Target="/ppt/presentation.xml" Id="R88bf0067b4c948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8d69d64574978"/>
  </p:sldMasterIdLst>
  <p:notesMasterIdLst>
    <p:notesMasterId xmlns:r="http://schemas.openxmlformats.org/officeDocument/2006/relationships" r:id="R32d0c1eb3f154f6e"/>
  </p:notesMasterIdLst>
  <p:sldIdLst>
    <p:sldId xmlns:r="http://schemas.openxmlformats.org/officeDocument/2006/relationships" id="256" r:id="R9ac082d784b248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d2f83320804312" /><Relationship Type="http://schemas.openxmlformats.org/officeDocument/2006/relationships/slideMaster" Target="/ppt/slideMasters/slideMaster1.xml" Id="R8d18d69d64574978" /><Relationship Type="http://schemas.openxmlformats.org/officeDocument/2006/relationships/notesMaster" Target="/ppt/notesMasters/notesMaster1.xml" Id="R32d0c1eb3f154f6e" /><Relationship Type="http://schemas.openxmlformats.org/officeDocument/2006/relationships/presProps" Target="/ppt/presProps.xml" Id="Rabecf489ed004eb8" /><Relationship Type="http://schemas.openxmlformats.org/officeDocument/2006/relationships/tableStyles" Target="/ppt/tableStyles.xml" Id="Re74df435bc5d45b1" /><Relationship Type="http://schemas.openxmlformats.org/officeDocument/2006/relationships/slide" Target="/ppt/slides/slide1.xml" Id="R9ac082d784b248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b31c0f5487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9b18980254cae" /><Relationship Type="http://schemas.openxmlformats.org/officeDocument/2006/relationships/notesMaster" Target="/ppt/notesMasters/notesMaster1.xml" Id="R37cbfc380888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格式测试样本 / Format test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8ddd8d1be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f24f353024fc9" /><Relationship Type="http://schemas.openxmlformats.org/officeDocument/2006/relationships/slideLayout" Target="/ppt/slideLayouts/slideLayout1.xml" Id="Rc12c8d5fba1942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2c8d5fba1942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f40c022784b19" /><Relationship Type="http://schemas.openxmlformats.org/officeDocument/2006/relationships/notesSlide" Target="/ppt/notesSlides/notesSlide1.xml" Id="R5938eacecf0744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30A55-159C-4652-A6D2-2D1DA42E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格式测试样本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0F26-0F9D-4CFB-B3DE-222CED53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Format test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E0E8D-82A2-4C2F-A798-022FD6A2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合成内容，不包含私人信息。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FCF9A-4888-446C-B2D8-4AD5DFAC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Synthetic content for website download testing</a:t>
            </a:r>
          </a:p>
        </p:txBody>
      </p:sp>
    </p:spTree>
    <p:extLst>
      <p:ext uri="{BB962C8B-B14F-4D97-AF65-F5344CB8AC3E}">
        <p14:creationId xmlns:p14="http://schemas.microsoft.com/office/powerpoint/2010/main" val="119597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2026-09-09T09:43:42.4740000Z</dcterms:created>
  <dcterms:modified xsi:type="dcterms:W3CDTF">2026-09-09T09:43:42.4740000Z</dcterms:modified>
</coreProperties>
</file>